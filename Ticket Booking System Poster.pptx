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BOOKING SYSTEM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07  |  Section: S3  |  Members: Rayanki HimaVarshini – 2520030141, Gurrapu Nikshitha – 2520030512, Vemua Naga Venkata Sai Chandu – 2520030522  |  Guide: Dr. Spandana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to browse shows, choose seats, pay and get a digital ticket; admins manage shows, seats and bookings.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seat locking and RabbitMQ queues prevent double booking and handle heavy traffic.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is manual or spread across platforms, and concurrent users can double-book or oversell seats.</a:t>
            </a:r>
            <a:endParaRPr lang="en-US" sz="12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</a:t>
            </a:r>
            <a:r>
              <a:rPr lang="en-US" sz="12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to browse shows, select seats and pay.</a:t>
            </a:r>
            <a:endParaRPr lang="en-US" sz="12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</a:t>
            </a:r>
            <a:r>
              <a:rPr lang="en-US" sz="12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 booking with Redis seat locking.</a:t>
            </a:r>
            <a:endParaRPr lang="en-US" sz="12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</a:t>
            </a:r>
            <a:r>
              <a:rPr lang="en-US" sz="12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RabbitMQ queues for load; support cancel and refund.</a:t>
            </a:r>
            <a:endParaRPr lang="en-US" sz="12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2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admins; login, shows, seats, booking, payment, refunds, reports.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56971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 or many sites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online platform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status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real-time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availability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booking risk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seat lock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under load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 queue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Oversells, manual refund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Lock, queue, auto refund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</a:t>
            </a:r>
            <a:r>
              <a:rPr lang="en-US" sz="14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Spring Boot, React, MySQL, Redis and RabbitMQ; all run on a laptop using Docker.</a:t>
            </a:r>
            <a:endParaRPr lang="en-US" sz="14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</a:t>
            </a:r>
            <a:r>
              <a:rPr lang="en-US" sz="14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 and free tools (VS Code, Postman); no licence cost.</a:t>
            </a:r>
            <a:endParaRPr lang="en-US" sz="14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</a:t>
            </a:r>
            <a:r>
              <a:rPr lang="en-US" sz="14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 for users and admins; easy to maintain and extend.</a:t>
            </a:r>
            <a:endParaRPr lang="en-US" sz="14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</a:t>
            </a:r>
            <a:r>
              <a:rPr lang="en-US" sz="14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shows, booking and queue modules built step by step within the trimester.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</a:t>
            </a:r>
            <a:r>
              <a:rPr lang="en-US" sz="13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</a:t>
            </a:r>
            <a:r>
              <a:rPr lang="en-US" sz="13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Spring Boot + REST APIs</a:t>
            </a:r>
            <a:endParaRPr lang="en-US" sz="13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3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&amp; Messaging: </a:t>
            </a:r>
            <a:r>
              <a:rPr lang="en-US" sz="13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(distributed lock), RabbitMQ (queue)</a:t>
            </a:r>
            <a:endParaRPr lang="en-US" sz="13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350" dirty="0" b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Maven, Postman, VS Code, Git &amp; GitHub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cases: login, booking, cancellation and refund.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test: two users book one seat; only one succeeds.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scalable system that prevents double booking and overselling.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objectives: one platform, seat locking, queued requests, refunds.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gateway (UPI, cards)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email and SMS alerts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and analytics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Spring Boot Reference, spring.io/projects/spring-boot   [2] Redis Distributed Locks, redis.io/docs   [3] RabbitMQ Documentation, rabbitmq.com/docs   [4] React Documentation, react.dev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47" name="Picture 46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4983480"/>
            <a:ext cx="4572000" cy="2148840"/>
          </a:xfrm>
          <a:prstGeom prst="rect">
            <a:avLst/>
          </a:prstGeom>
        </p:spPr>
      </p:pic>
      <p:pic>
        <p:nvPicPr>
          <p:cNvPr id="48" name="Picture 47" descr="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7863840"/>
            <a:ext cx="4572000" cy="1920240"/>
          </a:xfrm>
          <a:prstGeom prst="rect">
            <a:avLst/>
          </a:prstGeom>
        </p:spPr>
      </p:pic>
      <p:pic>
        <p:nvPicPr>
          <p:cNvPr id="49" name="Picture 48" descr="sho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0515600"/>
            <a:ext cx="2212848" cy="1783080"/>
          </a:xfrm>
          <a:prstGeom prst="rect">
            <a:avLst/>
          </a:prstGeom>
        </p:spPr>
      </p:pic>
      <p:pic>
        <p:nvPicPr>
          <p:cNvPr id="50" name="Picture 49" descr="shot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10515600"/>
            <a:ext cx="2212848" cy="1783080"/>
          </a:xfrm>
          <a:prstGeom prst="rect">
            <a:avLst/>
          </a:prstGeom>
        </p:spPr>
      </p:pic>
      <p:pic>
        <p:nvPicPr>
          <p:cNvPr id="51" name="Picture 50" descr="klh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722376"/>
            <a:ext cx="1188720" cy="4754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